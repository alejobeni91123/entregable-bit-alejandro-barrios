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7b3c748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7b3c74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https://www.microsoft.com/es-es/download/details.aspx?id=58494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7b3c7489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7b3c74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5d548e67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5d548e67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5d548e67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5d548e67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5d548e6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5d548e6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d548e67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d548e67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5d548e67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5d548e67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d548e67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5d548e67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5d548e67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5d548e67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5d548e67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5d548e67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4002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4002" cy="494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70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